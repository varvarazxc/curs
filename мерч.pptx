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f3329508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f3329508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f4a00462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f4a00462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f4a00462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f4a00462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4a00462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f4a00462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f4a00462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f4a00462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f4a00462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f4a00462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f4a00462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f4a00462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77000" y="72065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База данных для сайта по продаже мерча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42125" y="431756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2080">
                <a:latin typeface="Times New Roman"/>
                <a:ea typeface="Times New Roman"/>
                <a:cs typeface="Times New Roman"/>
                <a:sym typeface="Times New Roman"/>
              </a:rPr>
              <a:t>Сделала:</a:t>
            </a:r>
            <a:endParaRPr sz="20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2080">
                <a:latin typeface="Times New Roman"/>
                <a:ea typeface="Times New Roman"/>
                <a:cs typeface="Times New Roman"/>
                <a:sym typeface="Times New Roman"/>
              </a:rPr>
              <a:t>Иванькова Варвара</a:t>
            </a:r>
            <a:endParaRPr sz="20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мерч?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492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Мерч</a:t>
            </a:r>
            <a: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(от англ. </a:t>
            </a:r>
            <a:r>
              <a:rPr i="1"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merchandise</a:t>
            </a:r>
            <a: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«товары», «продукция») — это брендированные товары с символикой компании, мероприятия, артиста или публичной личности.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 обычно относят к мерчу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Чаще всего это: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одежда — футболки, худи, кепки;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аксессуары — сумки, шопперы, значки, брелоки;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канцелярия — блокноты, ручки, стикеры;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полезные вещи — термокружки, бутылки для воды, пауэрбанки;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предметы интерьера и коллекционные вещи.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4otor6nnkg1z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475" y="1259575"/>
            <a:ext cx="3604500" cy="2867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1833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Реализация и инструменты</a:t>
            </a:r>
            <a:endParaRPr b="1" sz="1833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СУБД (Система управления БД):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MySQL. Выбрана за производительность, надежность и бесплатность. Отлично подходит для веб-приложений.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Среда проектирования: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Workbench. Использовалась для визуального создания таблиц, построения ER-диаграммы и написания SQL-запросов.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Язык программирования (Приложение):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. Объектно-ориентированный язык для написания логики приложения.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Библиотека: </a:t>
            </a:r>
            <a:r>
              <a:rPr lang="ru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mysql-connector-python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(для связи Python кода с базой MySQL).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1833">
                <a:latin typeface="Times New Roman"/>
                <a:ea typeface="Times New Roman"/>
                <a:cs typeface="Times New Roman"/>
                <a:sym typeface="Times New Roman"/>
              </a:rPr>
              <a:t>Основные задачи проекта</a:t>
            </a:r>
            <a:endParaRPr b="1" sz="18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Создать базу данных для интернет-магазина по продаже мерча.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приложение для работы с этой базой данных.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Научиться добавлять, просматривать, изменять и удалять данные.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Организовать оформление заказов с проверкой наличия товара на складе.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Научить систему автоматически считать итоговую сумму заказа.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Добавить возможность менять статус заказа (например, «новый» → «оплачен» → «отправлен» → «доставлен»).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Times New Roman"/>
                <a:ea typeface="Times New Roman"/>
                <a:cs typeface="Times New Roman"/>
                <a:sym typeface="Times New Roman"/>
              </a:rPr>
              <a:t>Задачи проекта и сущности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сущности (объекты учета):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Товары (Products): Наименование, цена, размер, остаток на складе.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Клиенты (Customers): ФИО, контакты (email, телефон), адрес.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Заказы (Orders): Дата, статус, итоговая сумма, адрес доставки.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Состав заказа (Order_Items): Какие товары, в каком количестве и по какой цене куплены.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 автоматизации: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данных в структурированном виде (SQL).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Выполнение операций CRUD (Создание, Чтение, Обновление, Удаление).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 доступности товаров при оформлении заказа.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Формирование отчётов: ТОП товаров, выручка по категориям, лучшие клиенты.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669425"/>
            <a:ext cx="406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Модель отражает логические связи между сущностями: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Клиент — Заказ: Связь «Один ко многим» (1 : ∞).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i="1"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 клиент может оформить много заказов.</a:t>
            </a:r>
            <a:endParaRPr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Заказ — Товар: Связь «Многие ко многим» (∞ : ∞) через промежуточную таблицу.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○"/>
            </a:pPr>
            <a:r>
              <a:rPr i="1"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 заказ включает много товаров, один товар продается во многих заказах.</a:t>
            </a:r>
            <a:endParaRPr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Заказ — Состав заказа: Связь «Один ко многим».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ru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Товар — Состав заказа: Связь «Один ко многим».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8" title="ррр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800" y="787100"/>
            <a:ext cx="3990350" cy="378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249075" y="161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 полный анализ предметной области (торговля мерчем).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Спроектирована реляционная база данных, удовлетворяющая 3-й нормальной форме (3НФ), исключающая дублирование и потерю данных.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База данных реализована в MySQL с настроенными внешними ключами и ограничениями целостности.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ru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Разработано Python-приложение, автоматизирующее процессы учета товаров, оформления заказов и формирования аналитических отчетов.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374300" y="767275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Итоги работы: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 ходе проекта успешно решены все поставленные задачи:</a:t>
            </a:r>
            <a:r>
              <a:rPr lang="ru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510450" y="1323875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